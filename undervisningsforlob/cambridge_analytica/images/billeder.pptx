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0" r:id="rId3"/>
    <p:sldId id="259" r:id="rId4"/>
    <p:sldId id="261" r:id="rId5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08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6" autoAdjust="0"/>
    <p:restoredTop sz="94660"/>
  </p:normalViewPr>
  <p:slideViewPr>
    <p:cSldViewPr snapToGrid="0" showGuides="1">
      <p:cViewPr varScale="1">
        <p:scale>
          <a:sx n="54" d="100"/>
          <a:sy n="54" d="100"/>
        </p:scale>
        <p:origin x="1036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70F1AA-8141-E4A1-0F5D-8380D56510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FF02DA4B-FFA1-F484-9396-6AE8CEBE95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531260A9-EFB1-9416-40D5-A58875066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2D6A-8309-47A0-BE5F-4FA941CB2C32}" type="datetimeFigureOut">
              <a:rPr lang="da-DK" smtClean="0"/>
              <a:t>21-04-2026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E3591A87-FD4B-2354-BBEB-3CF3E0593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71D76029-665B-AEC2-EE26-E3480C2F6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2B8E4-D8BF-46B0-9726-959A6FB72C9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49470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7FAD61-BEBD-B4FF-4727-2DE13998D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6A947B3-1F88-CE5B-38E1-4D960A23C9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96342FF-6CCA-0569-4C1A-5AEB4D54F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2D6A-8309-47A0-BE5F-4FA941CB2C32}" type="datetimeFigureOut">
              <a:rPr lang="da-DK" smtClean="0"/>
              <a:t>21-04-2026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8C1F24F1-4254-3CFD-147D-AD4372400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5ABF8499-EB59-E478-1906-7F7F65F94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2B8E4-D8BF-46B0-9726-959A6FB72C9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80784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5B63DA-9401-47BC-73E1-437974580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0EB997E9-C532-DF0D-7ABF-043871332E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E31A4628-75D7-1ED9-44C9-D9126D0C7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2D6A-8309-47A0-BE5F-4FA941CB2C32}" type="datetimeFigureOut">
              <a:rPr lang="da-DK" smtClean="0"/>
              <a:t>21-04-2026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76C0185E-BD28-D7CB-8651-129C7D828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E84D17E1-7B43-AA79-D9F3-B36CCA0E2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2B8E4-D8BF-46B0-9726-959A6FB72C9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14602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CEC46B-201F-6906-853E-ED768EDF6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B412AB2-5B35-41D9-65A8-8ECBB9B8E6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8C56641A-C66E-BC82-5E4E-7EDD5E4618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DAE6A691-9C0A-265D-4FC9-93CECB703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2D6A-8309-47A0-BE5F-4FA941CB2C32}" type="datetimeFigureOut">
              <a:rPr lang="da-DK" smtClean="0"/>
              <a:t>21-04-2026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043A3576-B527-D0B7-6821-ABA1D83C2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177E0213-2062-1F66-6D67-7F532ACFD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2B8E4-D8BF-46B0-9726-959A6FB72C9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64282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C54817-FABC-C932-8692-12949E991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B8E5A193-523D-3930-C265-911C21BA63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5DED9559-1CE3-0D77-1E76-AC9C040D38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2CF2408D-9E30-6F9E-2F33-838F9686C8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B079AFA3-DD92-8205-E760-ED45EE966E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836075A0-003C-65DB-AF65-E12DCA1F1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2D6A-8309-47A0-BE5F-4FA941CB2C32}" type="datetimeFigureOut">
              <a:rPr lang="da-DK" smtClean="0"/>
              <a:t>21-04-2026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6FD9EC7D-BA6C-28B4-209A-38E786C86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ED04A229-8CF9-D838-0436-151EB80D6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2B8E4-D8BF-46B0-9726-959A6FB72C9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31542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492B2D-AA71-C471-71BA-4B9AF1495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44CA72CF-9A1A-FBA7-8056-1A5936604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2D6A-8309-47A0-BE5F-4FA941CB2C32}" type="datetimeFigureOut">
              <a:rPr lang="da-DK" smtClean="0"/>
              <a:t>21-04-2026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24B066B7-F60F-E089-ECE2-DF0D2595B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C6CC68FA-1488-1F3E-E34B-9DF160951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2B8E4-D8BF-46B0-9726-959A6FB72C9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22292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90BA26A7-F8A3-9D20-F66A-F9C0E5224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2D6A-8309-47A0-BE5F-4FA941CB2C32}" type="datetimeFigureOut">
              <a:rPr lang="da-DK" smtClean="0"/>
              <a:t>21-04-2026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2D3D2C12-F65B-3B8F-0957-DA433B3EF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435C3B01-B794-E8AC-5EC1-70FC51A51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2B8E4-D8BF-46B0-9726-959A6FB72C9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94431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E92969-7A0D-D9B5-DFAE-C12A77EAA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2A8670A-F2EF-8667-925A-F86A1B848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218D980C-4F98-603E-2CA9-6FAD54CB1F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29D82280-96A6-DB27-C1A6-29EFC3CD7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2D6A-8309-47A0-BE5F-4FA941CB2C32}" type="datetimeFigureOut">
              <a:rPr lang="da-DK" smtClean="0"/>
              <a:t>21-04-2026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686D6644-DD2B-D80B-4103-75A237DCA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01C0CE7C-0E74-8306-D7BE-012944427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2B8E4-D8BF-46B0-9726-959A6FB72C9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52730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FFBE3B-BF66-A5DB-260B-24C29B631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3B1FE803-1794-581E-3234-4BA83AB2D9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61D1266C-496D-A8E4-F3FE-9C17DBB5DE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2BF76F99-0DEB-CC72-D507-8DAFF3CC2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2D6A-8309-47A0-BE5F-4FA941CB2C32}" type="datetimeFigureOut">
              <a:rPr lang="da-DK" smtClean="0"/>
              <a:t>21-04-2026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DCC141F4-DB33-CBC8-8A04-1EF25DFA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732BB132-19E8-D959-2B50-0D248548E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2B8E4-D8BF-46B0-9726-959A6FB72C9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21503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EA6724-3BA4-C811-0B35-DF1D17693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DB6A4C38-2FF7-9331-B2A0-41647B0A36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790A257D-984C-C858-C9ED-6AEE5A052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2D6A-8309-47A0-BE5F-4FA941CB2C32}" type="datetimeFigureOut">
              <a:rPr lang="da-DK" smtClean="0"/>
              <a:t>21-04-2026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D6462453-4E2A-E065-EA7B-5A7412275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642AA69E-D326-0FFA-7DB9-A25DD71E2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2B8E4-D8BF-46B0-9726-959A6FB72C9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41738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8518F740-8DD1-DC8C-FAD8-306FB8B9C8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8E111121-9860-4A16-40B2-67662729BA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F52D9CAC-195C-4FD9-79B2-EB6132C8F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2D6A-8309-47A0-BE5F-4FA941CB2C32}" type="datetimeFigureOut">
              <a:rPr lang="da-DK" smtClean="0"/>
              <a:t>21-04-2026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F36C4975-1090-2B01-A2FE-047C7B06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A4B3FAFA-E244-C2FF-FA15-1B508D7FC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2B8E4-D8BF-46B0-9726-959A6FB72C9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05985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9A0B6E85-094F-6DAA-C1A0-68BEB4AFB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5CA682D4-9CA7-9245-C07E-E98463AD81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8163C65D-59B3-1519-3474-21BA15DE72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DB2D6A-8309-47A0-BE5F-4FA941CB2C32}" type="datetimeFigureOut">
              <a:rPr lang="da-DK" smtClean="0"/>
              <a:t>21-04-2026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BDAF104C-A6B5-6F54-A7C0-4F46D3A421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A16D1CB5-B213-D5EC-FC5C-7667D196E3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42B8E4-D8BF-46B0-9726-959A6FB72C9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72911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Billede 2">
            <a:extLst>
              <a:ext uri="{FF2B5EF4-FFF2-40B4-BE49-F238E27FC236}">
                <a16:creationId xmlns:a16="http://schemas.microsoft.com/office/drawing/2014/main" id="{CE849CAE-23CF-9E3D-0F63-A6547E3B99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0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4" name="Tekstfelt 3">
            <a:extLst>
              <a:ext uri="{FF2B5EF4-FFF2-40B4-BE49-F238E27FC236}">
                <a16:creationId xmlns:a16="http://schemas.microsoft.com/office/drawing/2014/main" id="{1A61FDC5-1353-6093-5DFA-5C17C49FCB1B}"/>
              </a:ext>
            </a:extLst>
          </p:cNvPr>
          <p:cNvSpPr txBox="1"/>
          <p:nvPr/>
        </p:nvSpPr>
        <p:spPr>
          <a:xfrm>
            <a:off x="2546920" y="2459504"/>
            <a:ext cx="709816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a-DK" sz="6000" b="1" dirty="0">
                <a:solidFill>
                  <a:srgbClr val="020873"/>
                </a:solidFill>
                <a:latin typeface="Arial Nova Light" panose="020F0502020204030204" pitchFamily="34" charset="0"/>
              </a:rPr>
              <a:t>Cambridge </a:t>
            </a:r>
            <a:r>
              <a:rPr lang="da-DK" sz="6000" b="1" dirty="0" err="1">
                <a:solidFill>
                  <a:srgbClr val="020873"/>
                </a:solidFill>
                <a:latin typeface="Arial Nova Light" panose="020F0502020204030204" pitchFamily="34" charset="0"/>
              </a:rPr>
              <a:t>Analytica</a:t>
            </a:r>
            <a:endParaRPr lang="da-DK" sz="6000" b="1" dirty="0">
              <a:solidFill>
                <a:srgbClr val="020873"/>
              </a:solidFill>
              <a:latin typeface="Arial Nova Light" panose="020F0502020204030204" pitchFamily="34" charset="0"/>
            </a:endParaRPr>
          </a:p>
          <a:p>
            <a:pPr algn="ctr"/>
            <a:r>
              <a:rPr lang="da-DK" sz="6000" b="1" dirty="0">
                <a:solidFill>
                  <a:srgbClr val="020873"/>
                </a:solidFill>
                <a:latin typeface="Arial Nova Light" panose="020F0502020204030204" pitchFamily="34" charset="0"/>
              </a:rPr>
              <a:t>matematik</a:t>
            </a:r>
          </a:p>
        </p:txBody>
      </p:sp>
    </p:spTree>
    <p:extLst>
      <p:ext uri="{BB962C8B-B14F-4D97-AF65-F5344CB8AC3E}">
        <p14:creationId xmlns:p14="http://schemas.microsoft.com/office/powerpoint/2010/main" val="4203113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F6A8D-3624-FA67-C052-1BD25AC36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460E05D8-1A9A-BAAF-5C3B-DBAB75628E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0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222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Billede 2">
            <a:extLst>
              <a:ext uri="{FF2B5EF4-FFF2-40B4-BE49-F238E27FC236}">
                <a16:creationId xmlns:a16="http://schemas.microsoft.com/office/drawing/2014/main" id="{E577F8FA-ACAD-7952-09C1-41D8265155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74" b="5336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4" name="Tekstfelt 3">
            <a:extLst>
              <a:ext uri="{FF2B5EF4-FFF2-40B4-BE49-F238E27FC236}">
                <a16:creationId xmlns:a16="http://schemas.microsoft.com/office/drawing/2014/main" id="{D824F374-AB7D-8B70-5C30-E4DD55B34BE5}"/>
              </a:ext>
            </a:extLst>
          </p:cNvPr>
          <p:cNvSpPr txBox="1"/>
          <p:nvPr/>
        </p:nvSpPr>
        <p:spPr>
          <a:xfrm>
            <a:off x="2546920" y="2459504"/>
            <a:ext cx="709816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a-DK" sz="6000" b="1" dirty="0">
                <a:solidFill>
                  <a:srgbClr val="020873"/>
                </a:solidFill>
                <a:latin typeface="Arial Nova Light" panose="020F0502020204030204" pitchFamily="34" charset="0"/>
              </a:rPr>
              <a:t>Cambridge </a:t>
            </a:r>
            <a:r>
              <a:rPr lang="da-DK" sz="6000" b="1" dirty="0" err="1">
                <a:solidFill>
                  <a:srgbClr val="020873"/>
                </a:solidFill>
                <a:latin typeface="Arial Nova Light" panose="020F0502020204030204" pitchFamily="34" charset="0"/>
              </a:rPr>
              <a:t>Analytica</a:t>
            </a:r>
            <a:endParaRPr lang="da-DK" sz="6000" b="1" dirty="0">
              <a:solidFill>
                <a:srgbClr val="020873"/>
              </a:solidFill>
              <a:latin typeface="Arial Nova Light" panose="020F0502020204030204" pitchFamily="34" charset="0"/>
            </a:endParaRPr>
          </a:p>
          <a:p>
            <a:pPr algn="ctr"/>
            <a:r>
              <a:rPr lang="da-DK" sz="6000" b="1" dirty="0">
                <a:solidFill>
                  <a:srgbClr val="020873"/>
                </a:solidFill>
                <a:latin typeface="Arial Nova Light" panose="020F0502020204030204" pitchFamily="34" charset="0"/>
              </a:rPr>
              <a:t>informatik</a:t>
            </a:r>
          </a:p>
        </p:txBody>
      </p:sp>
    </p:spTree>
    <p:extLst>
      <p:ext uri="{BB962C8B-B14F-4D97-AF65-F5344CB8AC3E}">
        <p14:creationId xmlns:p14="http://schemas.microsoft.com/office/powerpoint/2010/main" val="273180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A9FD1-8C15-E4CA-C810-5D4469F83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D7F051DA-AE15-DCA0-33BE-0BADA044F4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74" b="5336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6365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6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Arial Nova Light</vt:lpstr>
      <vt:lpstr>Office-tema</vt:lpstr>
      <vt:lpstr>PowerPoint-præsentation</vt:lpstr>
      <vt:lpstr>PowerPoint-præsentation</vt:lpstr>
      <vt:lpstr>PowerPoint-præsentation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Malene Cramer Engebjerg</dc:creator>
  <cp:lastModifiedBy>Malene Cramer Engebjerg</cp:lastModifiedBy>
  <cp:revision>2</cp:revision>
  <dcterms:created xsi:type="dcterms:W3CDTF">2026-04-21T13:17:19Z</dcterms:created>
  <dcterms:modified xsi:type="dcterms:W3CDTF">2026-04-21T13:33:24Z</dcterms:modified>
</cp:coreProperties>
</file>